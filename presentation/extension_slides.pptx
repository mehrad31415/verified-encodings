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9"/>
  </p:normalViewPr>
  <p:slideViewPr>
    <p:cSldViewPr snapToGrid="0" snapToObjects="1">
      <p:cViewPr varScale="1">
        <p:scale>
          <a:sx n="104" d="100"/>
          <a:sy n="104" d="100"/>
        </p:scale>
        <p:origin x="800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Extension: Symmetry-Breaking Predicates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Many combinatorial problems have symmetric solutions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If you permute variables, you get another valid solution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This exponentially blows up the search space for SAT solvers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Symmetry-breaking predicates (SBPs) eliminate redundant solutions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Add extra clauses enforcing a canonical ordering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Key construct: lex-leader constraint (lexicographic ordering)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2000">
                <a:solidFill>
                  <a:srgbClr val="000000"/>
                </a:solidFill>
              </a:defRPr>
            </a:pPr>
            <a:r>
              <a:t>This extension goes beyond the original paper (Codel et al., 2023)</a:t>
            </a:r>
          </a:p>
          <a:p>
            <a:pPr marL="685800" lvl="1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t>Based on Aloul, Sakallah, Markov (2006)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Lex-Leader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Given literal lists xs = [x₀,...,xₙ] and ys = [y₀,...,yₙ], enforce xs ≤_lex ys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900">
                <a:solidFill>
                  <a:srgbClr val="000000"/>
                </a:solidFill>
              </a:defRPr>
            </a:pPr>
            <a:r>
              <a:t>Uses O(n) auxiliary variables sᵢ from gensym (sᵢ = "prefix 0..i equal")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347472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Clauses produced for xs, ys of length n: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Position 0:  [flip(x_0), y_0]            -- x_0 implies y_0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For each i:  [Neg(s_i), flip(x_i), y_i]  -- s_i -&gt; (x_i -&gt; y_i)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           [Neg(s_i), x_i, flip(y_i)]  -- s_i -&gt; (y_i -&gt; x_i)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Chain:       [Neg(s_i), Pos(s_{i-1})]    -- s_i -&gt; s_{i-1}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Main:        [Neg(s_{i-1}), flip(x_i), y_i]  -- prefix equal -&gt; x_i &lt;= y_i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endParaRPr/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Total: O(n) clauses and O(n) auxiliary variables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B365D"/>
                </a:solidFill>
              </a:defRPr>
            </a:pPr>
            <a:r>
              <a:t>Correctness of Lex-Leader Encoding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828800" cy="36576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3657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bIns="137160" rtlCol="0" anchor="ctr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Theorem lex_leader_encodes: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forall xs ys g F g',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lex_leader_aux xs ys None g = (F, g') -&gt;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length xs = length ys -&gt;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disj (xs ++ ys) g -&gt;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(* Soundness: CNF satisfied implies lex ordering holds *)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(forall tau, eval_cnf tau F = true -&gt;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  lex_le (map (eval tau) xs) (map (eval tau) ys) = true)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/\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(* Completeness: lex ordering implies satisfiable extension *)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(forall tau, lex_le (map (eval tau) xs) (map (eval tau) ys) = true -&gt;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  exists sigma, eval_cnf sigma F = true /\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333333"/>
                </a:solidFill>
                <a:latin typeface="Courier New"/>
              </a:defRPr>
            </a:pPr>
            <a:r>
              <a:t>                    agree_on tau sigma (clause_vars (xs ++ ys))).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Soundness: auxiliary variables can only be true if prefix is equal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Completeness: set </a:t>
            </a:r>
            <a:r>
              <a:rPr dirty="0" err="1"/>
              <a:t>s_i</a:t>
            </a:r>
            <a:r>
              <a:rPr dirty="0"/>
              <a:t> = (positions 0..i all equal) satisfies all clauses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Well-</a:t>
            </a:r>
            <a:r>
              <a:rPr dirty="0" err="1"/>
              <a:t>behavedness</a:t>
            </a:r>
            <a:r>
              <a:t>: only input variables and </a:t>
            </a:r>
            <a:r>
              <a:rPr dirty="0" err="1"/>
              <a:t>gensym</a:t>
            </a:r>
            <a:r>
              <a:rPr dirty="0"/>
              <a:t> variables appear in output</a:t>
            </a:r>
          </a:p>
          <a:p>
            <a:pPr marL="228600" indent="-228600">
              <a:spcBef>
                <a:spcPts val="200"/>
              </a:spcBef>
              <a:spcAft>
                <a:spcPts val="4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Implemented in coq/symmetry/</a:t>
            </a:r>
            <a:r>
              <a:rPr dirty="0" err="1"/>
              <a:t>LexOrder.v</a:t>
            </a:r>
            <a:r>
              <a:rPr dirty="0"/>
              <a:t> and coq/symmetry/</a:t>
            </a:r>
            <a:r>
              <a:rPr dirty="0" err="1"/>
              <a:t>LexLeader.v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999999"/>
                </a:solidFill>
              </a:defRPr>
            </a:pPr>
            <a: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529</Words>
  <Application>Microsoft Macintosh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Mehrad Haghshenas</cp:lastModifiedBy>
  <cp:revision>1</cp:revision>
  <dcterms:created xsi:type="dcterms:W3CDTF">2013-01-27T09:14:16Z</dcterms:created>
  <dcterms:modified xsi:type="dcterms:W3CDTF">2026-03-31T14:09:31Z</dcterms:modified>
  <cp:category/>
</cp:coreProperties>
</file>